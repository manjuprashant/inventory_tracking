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Inventory Tracking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Power BI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inventory levels, stock turnover, warehouse performance, and inventory health.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Zepto Inventory Dataset from Kaggle</a:t>
            </a:r>
          </a:p>
          <a:p>
            <a:r>
              <a:t>Product, Category, Warehouse, Quantity, Unit Price, Units Sold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cleaning, missing value handling, duplicate removal, data type corrections.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Inventory Value</a:t>
            </a:r>
          </a:p>
          <a:p>
            <a:r>
              <a:t>Average Stock Level</a:t>
            </a:r>
          </a:p>
          <a:p>
            <a:r>
              <a:t>Stock Turnover</a:t>
            </a:r>
          </a:p>
          <a:p>
            <a:r>
              <a:t>Low Stock Count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Category Analysis</a:t>
            </a:r>
          </a:p>
          <a:p>
            <a:r>
              <a:t>Warehouse Comparison</a:t>
            </a:r>
          </a:p>
          <a:p>
            <a:r>
              <a:t>Trend Analysis</a:t>
            </a:r>
          </a:p>
          <a:p>
            <a:r>
              <a:t>Alert Monitoring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low-stock items, optimize inventory allocation, improve warehouse efficiency.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Automated replenishment, demand forecasting, inventory balancing.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 BI, Power Query, DAX, Excel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Improved inventory visibility and data-driven decision making.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